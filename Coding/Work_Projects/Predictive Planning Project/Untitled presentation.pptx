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aaca556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aaca556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aaca556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aaca556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GAMS in R</a:t>
            </a:r>
            <a:r>
              <a:rPr lang="en" sz="1244"/>
              <a:t> {{Generalized Additive Models}}</a:t>
            </a:r>
            <a:endParaRPr sz="1244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Gam_1 &lt;- gam( Y ~ s(X1, k=___)+s(X2, by=X4)+X3, sp=___, data=___)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	k= number of functions , sp=smoothing parameter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	X3 = linear variable therefore not ‘s(X3)’ [[can also be categorical factors mgcv does not use characters]]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	by= ____ smooth by each unique </a:t>
            </a:r>
            <a:r>
              <a:rPr lang="en"/>
              <a:t>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Gam_1$sp= gives you the “best fit” smoothing parameter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</a:t>
            </a:r>
            <a:r>
              <a:rPr lang="en"/>
              <a:t> </a:t>
            </a:r>
            <a:r>
              <a:rPr lang="en" sz="1911"/>
              <a:t>summary(gam_mod)</a:t>
            </a:r>
            <a:endParaRPr sz="191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Family = gaussian [means assumes normal distribution of our errors]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	edf = effective degrees of freedom; represents complexity of smooth (edf of 1 is a straight line) __ higher edfs = describing more ‘wiggly’ curves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	Ref.df &amp; F = test stats for overall significance of smooth.. These are used to determine the p-value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Interpretation: you cannot draw a horizontal line with a 95% CI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Smooths can be linear or non-linear (as per edf) and significant or not significant (as per p-value)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41851" l="0" r="0" t="20657"/>
          <a:stretch/>
        </p:blipFill>
        <p:spPr>
          <a:xfrm>
            <a:off x="4478525" y="247038"/>
            <a:ext cx="4353776" cy="9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